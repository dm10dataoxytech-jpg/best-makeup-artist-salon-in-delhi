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07"/>
  </p:normalViewPr>
  <p:slideViewPr>
    <p:cSldViewPr snapToGrid="0" snapToObjects="1">
      <p:cViewPr varScale="1">
        <p:scale>
          <a:sx n="100" d="100"/>
          <a:sy n="100" d="100"/>
        </p:scale>
        <p:origin x="656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ovimakeover.com/best-makeup-artist-in-delhi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ovimakeover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90825"/>
            <a:ext cx="7772400" cy="1470025"/>
          </a:xfrm>
        </p:spPr>
        <p:txBody>
          <a:bodyPr>
            <a:noAutofit/>
          </a:bodyPr>
          <a:lstStyle/>
          <a:p>
            <a:r>
              <a:rPr sz="4800" b="1" dirty="0"/>
              <a:t>Professional Makeup Artist in Delhi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5E0D1-526F-63B1-44E8-69E2C28F0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1" y="0"/>
            <a:ext cx="2235200" cy="22352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99022"/>
            <a:ext cx="8229600" cy="1143000"/>
          </a:xfrm>
        </p:spPr>
        <p:txBody>
          <a:bodyPr>
            <a:noAutofit/>
          </a:bodyPr>
          <a:lstStyle/>
          <a:p>
            <a:r>
              <a:rPr b="1" dirty="0"/>
              <a:t>Overview of Makeup Industry in Delhi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946401"/>
            <a:ext cx="9144000" cy="3682999"/>
          </a:xfrm>
        </p:spPr>
        <p:txBody>
          <a:bodyPr>
            <a:normAutofit fontScale="92500"/>
          </a:bodyPr>
          <a:lstStyle/>
          <a:p>
            <a:r>
              <a:rPr dirty="0"/>
              <a:t>Delhi is home to top-tier makeup artists offering bridal, party, and fashion makeup services with modern techniques.</a:t>
            </a:r>
            <a:endParaRPr lang="en-US" dirty="0"/>
          </a:p>
          <a:p>
            <a:r>
              <a:rPr lang="en-IN" dirty="0"/>
              <a:t>Whether you’re searching for the </a:t>
            </a:r>
            <a:r>
              <a:rPr lang="en-IN" dirty="0">
                <a:hlinkClick r:id="rId2"/>
              </a:rPr>
              <a:t>best makeup salon in Delhi</a:t>
            </a:r>
            <a:r>
              <a:rPr lang="en-IN" dirty="0"/>
              <a:t>, the best MUA in Delhi, or the best makeup artist for bridal in Delhi NCR, our team ensures a stunning, long-lasting, and confident glow.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DCE004-7972-F747-4241-6651631C5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957" y="0"/>
            <a:ext cx="1493043" cy="14930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28738"/>
            <a:ext cx="8229600" cy="1143000"/>
          </a:xfrm>
        </p:spPr>
        <p:txBody>
          <a:bodyPr/>
          <a:lstStyle/>
          <a:p>
            <a:r>
              <a:rPr b="1" dirty="0"/>
              <a:t>Services Offered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0" y="26543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Bridal Makeup</a:t>
            </a:r>
          </a:p>
          <a:p>
            <a:pPr marL="0" indent="0">
              <a:buNone/>
            </a:pPr>
            <a:r>
              <a:rPr dirty="0"/>
              <a:t>• Party Makeup</a:t>
            </a:r>
          </a:p>
          <a:p>
            <a:pPr marL="0" indent="0">
              <a:buNone/>
            </a:pPr>
            <a:r>
              <a:rPr dirty="0"/>
              <a:t>• HD &amp; Airbrush Makeup</a:t>
            </a:r>
          </a:p>
          <a:p>
            <a:pPr marL="0" indent="0">
              <a:buNone/>
            </a:pPr>
            <a:r>
              <a:rPr dirty="0"/>
              <a:t>• Engagement &amp; Pre-wedding Looks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A1868E-E66C-BADF-F752-320A2F534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957" y="0"/>
            <a:ext cx="1493043" cy="14930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3038"/>
            <a:ext cx="8229600" cy="1143000"/>
          </a:xfrm>
        </p:spPr>
        <p:txBody>
          <a:bodyPr/>
          <a:lstStyle/>
          <a:p>
            <a:r>
              <a:rPr b="1" dirty="0"/>
              <a:t>Latest Makeup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2743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Natural &amp; Dewy Looks</a:t>
            </a:r>
          </a:p>
          <a:p>
            <a:pPr marL="0" indent="0">
              <a:buNone/>
            </a:pPr>
            <a:r>
              <a:rPr dirty="0"/>
              <a:t>• HD Makeup Finish</a:t>
            </a:r>
          </a:p>
          <a:p>
            <a:pPr marL="0" indent="0">
              <a:buNone/>
            </a:pPr>
            <a:r>
              <a:rPr dirty="0"/>
              <a:t>• Minimalist Bridal Makeup</a:t>
            </a:r>
          </a:p>
          <a:p>
            <a:pPr marL="0" indent="0">
              <a:buNone/>
            </a:pPr>
            <a:r>
              <a:rPr dirty="0"/>
              <a:t>• Bold Eye Makeup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91D52D-DA99-A91C-9AA5-D1C355E0C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957" y="0"/>
            <a:ext cx="1493043" cy="14930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55738"/>
            <a:ext cx="8229600" cy="1143000"/>
          </a:xfrm>
        </p:spPr>
        <p:txBody>
          <a:bodyPr/>
          <a:lstStyle/>
          <a:p>
            <a:r>
              <a:rPr b="1" dirty="0"/>
              <a:t>Choosing the Right Makeup Artist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940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Check portfolio</a:t>
            </a:r>
          </a:p>
          <a:p>
            <a:pPr marL="0" indent="0">
              <a:buNone/>
            </a:pPr>
            <a:r>
              <a:rPr dirty="0"/>
              <a:t>• Read reviews</a:t>
            </a:r>
          </a:p>
          <a:p>
            <a:pPr marL="0" indent="0">
              <a:buNone/>
            </a:pPr>
            <a:r>
              <a:rPr dirty="0"/>
              <a:t>• Understand products used</a:t>
            </a:r>
          </a:p>
          <a:p>
            <a:pPr marL="0" indent="0">
              <a:buNone/>
            </a:pPr>
            <a:r>
              <a:rPr dirty="0"/>
              <a:t>• Compare pricing &amp; experience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C4244C-5C69-D983-AA30-F21B142DF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957" y="0"/>
            <a:ext cx="1493043" cy="14930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0" y="1219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 err="1"/>
              <a:t>Sovi</a:t>
            </a:r>
            <a:r>
              <a:rPr b="1" dirty="0"/>
              <a:t> Makeover – Your Beauty Partner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178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 err="1">
                <a:hlinkClick r:id="rId2"/>
              </a:rPr>
              <a:t>Sovi</a:t>
            </a:r>
            <a:r>
              <a:rPr dirty="0">
                <a:hlinkClick r:id="rId2"/>
              </a:rPr>
              <a:t> Makeover</a:t>
            </a:r>
            <a:r>
              <a:rPr dirty="0"/>
              <a:t> is a trusted name in Delhi offering professional makeup services.</a:t>
            </a:r>
          </a:p>
          <a:p>
            <a:pPr marL="0" indent="0">
              <a:buNone/>
            </a:pPr>
            <a:r>
              <a:rPr dirty="0"/>
              <a:t>• Expert Bridal Makeup</a:t>
            </a:r>
          </a:p>
          <a:p>
            <a:pPr marL="0" indent="0">
              <a:buNone/>
            </a:pPr>
            <a:r>
              <a:rPr dirty="0"/>
              <a:t>• Customized Looks</a:t>
            </a:r>
          </a:p>
          <a:p>
            <a:pPr marL="0" indent="0">
              <a:buNone/>
            </a:pPr>
            <a:r>
              <a:rPr dirty="0"/>
              <a:t>• Premium Products</a:t>
            </a:r>
          </a:p>
          <a:p>
            <a:pPr marL="0" indent="0">
              <a:buNone/>
            </a:pPr>
            <a:r>
              <a:rPr dirty="0"/>
              <a:t>• Experienced Artists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3FE08C-C550-E6F7-D6E5-6BA7F74E9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957" y="0"/>
            <a:ext cx="1493043" cy="14930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3638"/>
            <a:ext cx="8229600" cy="1143000"/>
          </a:xfrm>
        </p:spPr>
        <p:txBody>
          <a:bodyPr/>
          <a:lstStyle/>
          <a:p>
            <a:r>
              <a:rPr b="1" dirty="0"/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3500"/>
            <a:ext cx="8229600" cy="4525963"/>
          </a:xfrm>
        </p:spPr>
        <p:txBody>
          <a:bodyPr/>
          <a:lstStyle/>
          <a:p>
            <a:r>
              <a:rPr dirty="0"/>
              <a:t>Phone: 87399 99007</a:t>
            </a:r>
          </a:p>
          <a:p>
            <a:r>
              <a:rPr dirty="0"/>
              <a:t>Email: </a:t>
            </a:r>
            <a:r>
              <a:rPr dirty="0" err="1"/>
              <a:t>beauty@sovimakeover.com</a:t>
            </a:r>
            <a:endParaRPr dirty="0"/>
          </a:p>
          <a:p>
            <a:endParaRPr dirty="0"/>
          </a:p>
          <a:p>
            <a:pPr marL="0" indent="0" algn="ctr">
              <a:buNone/>
            </a:pPr>
            <a:r>
              <a:rPr dirty="0"/>
              <a:t>Book your appointment today!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EA06EE-C9F6-A54E-77A1-015EAC1D9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100" y="-172243"/>
            <a:ext cx="2374900" cy="2374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180</Words>
  <Application>Microsoft Macintosh PowerPoint</Application>
  <PresentationFormat>On-screen Show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Professional Makeup Artist in Delhi</vt:lpstr>
      <vt:lpstr>Overview of Makeup Industry in Delhi</vt:lpstr>
      <vt:lpstr>Services Offered</vt:lpstr>
      <vt:lpstr>Latest Makeup Trends</vt:lpstr>
      <vt:lpstr>Choosing the Right Makeup Artist</vt:lpstr>
      <vt:lpstr>Sovi Makeover – Your Beauty Partner</vt:lpstr>
      <vt:lpstr>Contact 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4</cp:revision>
  <dcterms:created xsi:type="dcterms:W3CDTF">2013-01-27T09:14:16Z</dcterms:created>
  <dcterms:modified xsi:type="dcterms:W3CDTF">2026-03-31T11:23:33Z</dcterms:modified>
  <cp:category/>
</cp:coreProperties>
</file>